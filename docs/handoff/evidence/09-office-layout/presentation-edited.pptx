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学习目标</a:t>
            </a:r>
            <a:r>
              <a:rPr lang="en-US" altLang="zh-CN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WPS_NATIVE_SLIDE_EDIT</a:t>
            </a:r>
            <a:endParaRPr lang="en-US" altLang="zh-CN" sz="2600" b="1" dirty="0">
              <a:solidFill>
                <a:srgbClr val="17212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的三要素与合成观察对比：长标题排版核验力的三要素与合成观察对比：长标题排版核验力的三要素与合成观察对比：长标题排版核验力的三要素与合成观察对比：长标题排版核验力的三要素与合成观察对比：长标题排版核验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04288"/>
            <a:ext cx="11018520" cy="456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2870327"/>
            <a:ext cx="11018520" cy="456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3436366"/>
            <a:ext cx="11018520" cy="456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4002405"/>
            <a:ext cx="11018520" cy="4563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502920" y="456844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情境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大小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方向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作用点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推门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WPS_NATIVE_TABLE_EDIT</a:t>
                      </a:r>
                      <a:endParaRPr lang="en-US" sz="1600" dirty="0">
                        <a:solidFill>
                          <a:srgbClr val="17212B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向内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门把手附近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推门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10 N（合成）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向内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门轴附近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力的三要素与合成观察对比：长标题排版核验力的三要素与合成观察对比：长标题排版核验力的三要素与合成观察对比：长标题排版核验力的三要素与合成观察对比：长标题排版核验力的三要素与合成观察对比：长标题排版核验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0428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58968"/>
            <a:ext cx="11018520" cy="3972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main · 2/2 · 3</a:t>
            </a:r>
            <a:endParaRPr lang="zh-CN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长段落核验：长段落核验：长段落核验：长段落核验：这是合成长文本，用于检查中文段落的自动分页、字形完整和标点换行。English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1/15 · 4</a:t>
            </a:r>
            <a:endParaRPr lang="zh-CN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2/15 · 5</a:t>
            </a:r>
            <a:endParaRPr lang="zh-C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3/15 · 6</a:t>
            </a:r>
            <a:endParaRPr lang="zh-CN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1952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</a:t>
            </a:r>
            <a:endParaRPr lang="zh-CN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02920" y="3040507"/>
          <a:ext cx="11018520" cy="3127248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4/15 · 7</a:t>
            </a:r>
            <a:endParaRPr lang="zh-CN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978408"/>
          <a:ext cx="11018520" cy="5010912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3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3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5/15 · 8</a:t>
            </a:r>
            <a:endParaRPr lang="zh-CN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4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6/15 · 9</a:t>
            </a:r>
            <a:endParaRPr lang="zh-CN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5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7/15 · 10</a:t>
            </a:r>
            <a:endParaRPr lang="zh-CN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6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8/15 · 11</a:t>
            </a:r>
            <a:endParaRPr lang="zh-CN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02920" y="978408"/>
          <a:ext cx="11018520" cy="499262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7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9/15 · 12</a:t>
            </a:r>
            <a:endParaRPr lang="zh-CN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7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10/15 · 13</a:t>
            </a:r>
            <a:endParaRPr lang="zh-CN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8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11/15 · 14</a:t>
            </a:r>
            <a:endParaRPr lang="zh-CN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9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12/15 · 15</a:t>
            </a:r>
            <a:endParaRPr lang="zh-CN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/>
        </p:nvGraphicFramePr>
        <p:xfrm>
          <a:off x="502920" y="978408"/>
          <a:ext cx="11018520" cy="5010912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35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10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11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13/15 · 16</a:t>
            </a:r>
            <a:endParaRPr lang="zh-CN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/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 12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物体相互作用方向的合成观察记录。物体相互作用方向的合成观察记录。物体相互作用方向的合成观察记录。物体相互作用方向的合成观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以记录描述大小、方向和作用点，明确数据为合成例子。以记录描述大小、方向和作用点，明确数据为合成例子。以记录描述大小、方向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14/15 · 17</a:t>
            </a:r>
            <a:endParaRPr lang="zh-CN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/>
        </p:nvGraphicFramePr>
        <p:xfrm>
          <a:off x="502920" y="978408"/>
          <a:ext cx="11018520" cy="18836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比较项目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观察记录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证据与解释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课堂讨论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8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察记录。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和作用点，明确数据为合成例子。以记录描述大小、方向和作用点，明确数据为合成例子。</a:t>
                      </a: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冻结版本 3 · long · 15/15 · 18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5896</Words>
  <Application>WPS 演示</Application>
  <PresentationFormat>On-screen Show (16:9)</PresentationFormat>
  <Paragraphs>352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Class Manager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合成备课：力的三要素、作用效果与课堂观察记录的完整表达物理合成备课：力的三要素、作用效果与课堂观察记录的完整表达物理合成备课：力的三要素、作用效果与课堂观察记录的完整表达物理合成备课：力的三要素、作用效果与课堂观察记录的完整表达</dc:title>
  <dc:creator>Class Manager</dc:creator>
  <dc:subject>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</dc:subject>
  <cp:lastModifiedBy>抹茶</cp:lastModifiedBy>
  <cp:revision>2</cp:revision>
  <dcterms:created xsi:type="dcterms:W3CDTF">2026-10-01T00:23:00Z</dcterms:created>
  <dcterms:modified xsi:type="dcterms:W3CDTF">2026-10-01T00:25:06Z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1A883D9AEE8B47338A1B065F9674CB48_13</vt:lpwstr>
  </property>
  <property fmtid="{D5CDD505-2E9C-101B-9397-08002B2CF9AE}" pid="3" name="KSOProductBuildVer">
    <vt:lpwstr>2052-12.1.0.28505</vt:lpwstr>
  </property>
</Properties>
</file>