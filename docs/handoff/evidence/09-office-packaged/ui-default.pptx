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dd68d39a-cf03-4399-98ec-76ecbef8c361","lessonId":"a90624e5-8fcf-44e0-9372-1b8ad7dc04c2","revision":1,"contentHash":"e5279161d58617e92ea10173b542f47b031002d77f17d9e557a95f34d3002710","templateVersion":"chinese-lesson-v1","includeAnswers":false,"includeTeacherNotes":false}
逻辑页 opening；环节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dd68d39a-cf03-4399-98ec-76ecbef8c361","lessonId":"a90624e5-8fcf-44e0-9372-1b8ad7dc04c2","revision":1,"contentHash":"e5279161d58617e92ea10173b542f47b031002d77f17d9e557a95f34d3002710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dd68d39a-cf03-4399-98ec-76ecbef8c361","lessonId":"a90624e5-8fcf-44e0-9372-1b8ad7dc04c2","revision":1,"contentHash":"e5279161d58617e92ea10173b542f47b031002d77f17d9e557a95f34d3002710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认识力的大小、方向和作用点。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opening · 1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力是物体间的相互作用。力的大小、方向和作用点共同决定作用效果。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1544447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观察力的作用点</a:t>
            </a:r>
            <a:endParaRPr lang="zh-CN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2110486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比较两种合成情境</a:t>
            </a:r>
            <a:endParaRPr lang="zh-CN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2676525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用规范语言描述证据</a:t>
            </a:r>
            <a:endParaRPr lang="zh-CN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242564"/>
          <a:ext cx="11018520" cy="14264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门把手附近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门轴附近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1/2 · 2</a:t>
            </a:r>
            <a:endParaRPr lang="zh-C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</a:t>
            </a:r>
            <a:endParaRPr lang="zh-CN" sz="2600" dirty="0"/>
          </a:p>
        </p:txBody>
      </p:sp>
      <p:pic>
        <p:nvPicPr>
          <p:cNvPr id="3" name="Image 0" descr="合成图片：此矩形仅用于原生图片移动与替换验收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78408"/>
            <a:ext cx="6126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4133088"/>
            <a:ext cx="1101852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6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合成图片：此矩形仅用于原生图片移动与替换验收。</a:t>
            </a:r>
            <a:endParaRPr lang="zh-CN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1 · main · 2/2 · 3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Class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合成备课验收</dc:title>
  <dc:subject>{"versionId":"dd68d39a-cf03-4399-98ec-76ecbef8c361","lessonId":"a90624e5-8fcf-44e0-9372-1b8ad7dc04c2","revision":1,"contentHash":"e5279161d58617e92ea10173b542f47b031002d77f17d9e557a95f34d3002710","templateVersion":"chinese-lesson-v1","includeAnswers":false,"includeTeacherNotes":false}</dc:subject>
  <dc:creator>Class Manager</dc:creator>
  <cp:lastModifiedBy>Class Manager</cp:lastModifiedBy>
  <cp:revision>1</cp:revision>
  <dcterms:created xsi:type="dcterms:W3CDTF">2026-10-01T00:44:17Z</dcterms:created>
  <dcterms:modified xsi:type="dcterms:W3CDTF">2026-10-01T00:44:17Z</dcterms:modified>
</cp:coreProperties>
</file>