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a9de06af-8397-46c5-a897-7d830e98cff1","lessonId":"7cb1a860-3de5-421d-bf11-bfaf605d1a6b","revision":1,"contentHash":"4dc76ec87c97d4446434b9614046ef1a11cce3b94ce8f729a6cb3aab51fc28a8","templateVersion":"chinese-lesson-v1","includeAnswers":true,"includeTeacherNotes":true}
逻辑页 opening；环节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a9de06af-8397-46c5-a897-7d830e98cff1","lessonId":"7cb1a860-3de5-421d-bf11-bfaf605d1a6b","revision":1,"contentHash":"4dc76ec87c97d4446434b9614046ef1a11cce3b94ce8f729a6cb3aab51fc28a8","templateVersion":"chinese-lesson-v1","includeAnswers":true,"includeTeacherNotes":true}
逻辑页 main；环节 intro
教师私有备注：TEACHER_SLIDE_NOTE：演讲者备注示例，不在画布。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a9de06af-8397-46c5-a897-7d830e98cff1","lessonId":"7cb1a860-3de5-421d-bf11-bfaf605d1a6b","revision":1,"contentHash":"4dc76ec87c97d4446434b9614046ef1a11cce3b94ce8f729a6cb3aab51fc28a8","templateVersion":"chinese-lesson-v1","includeAnswers":true,"includeTeacherNotes":true}
逻辑页 main；环节 intro
教师私有备注：TEACHER_SLIDE_NOTE：演讲者备注示例，不在画布。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认识力的大小、方向和作用点。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opening · 1</a:t>
            </a:r>
            <a:endParaRPr lang="zh-C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力的三要素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力是物体间的相互作用。力的大小、方向和作用点共同决定作用效果。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1544447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观察力的作用点</a:t>
            </a:r>
            <a:endParaRPr lang="zh-CN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2110486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比较两种合成情境</a:t>
            </a:r>
            <a:endParaRPr lang="zh-CN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2676525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用规范语言描述证据</a:t>
            </a:r>
            <a:endParaRPr lang="zh-CN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2564"/>
          <a:ext cx="11018520" cy="1426464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N（合成）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门把手附近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N（合成）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门轴附近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main · 1/2 · 2</a:t>
            </a:r>
            <a:endParaRPr lang="zh-CN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力的三要素</a:t>
            </a:r>
            <a:endParaRPr lang="zh-CN" sz="2600" dirty="0"/>
          </a:p>
        </p:txBody>
      </p:sp>
      <p:pic>
        <p:nvPicPr>
          <p:cNvPr id="3" name="Image 0" descr="合成图片：此矩形仅用于原生图片移动与替换验收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78408"/>
            <a:ext cx="6126480" cy="3063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33088"/>
            <a:ext cx="1101852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6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合成图片：此矩形仅用于原生图片移动与替换验收。</a:t>
            </a:r>
            <a:endParaRPr lang="zh-CN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4640072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参考答案（教师选择导出）</a:t>
            </a:r>
            <a:endParaRPr lang="zh-CN" sz="1900" dirty="0"/>
          </a:p>
        </p:txBody>
      </p:sp>
      <p:sp>
        <p:nvSpPr>
          <p:cNvPr id="6" name="Text 3"/>
          <p:cNvSpPr/>
          <p:nvPr/>
        </p:nvSpPr>
        <p:spPr>
          <a:xfrm>
            <a:off x="502920" y="5206111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TEACHER_SLIDE_ANSWER：合成参考答案。</a:t>
            </a:r>
            <a:endParaRPr lang="zh-CN" sz="190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main · 2/2 · 3</a:t>
            </a:r>
            <a:endParaRPr lang="zh-C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Class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合成备课验收</dc:title>
  <dc:subject>{"versionId":"a9de06af-8397-46c5-a897-7d830e98cff1","lessonId":"7cb1a860-3de5-421d-bf11-bfaf605d1a6b","revision":1,"contentHash":"4dc76ec87c97d4446434b9614046ef1a11cce3b94ce8f729a6cb3aab51fc28a8","templateVersion":"chinese-lesson-v1","includeAnswers":true,"includeTeacherNotes":true}</dc:subject>
  <dc:creator>Class Manager</dc:creator>
  <cp:lastModifiedBy>Class Manager</cp:lastModifiedBy>
  <cp:revision>1</cp:revision>
  <dcterms:created xsi:type="dcterms:W3CDTF">2026-10-01T00:32:32Z</dcterms:created>
  <dcterms:modified xsi:type="dcterms:W3CDTF">2026-10-01T00:32:32Z</dcterms:modified>
</cp:coreProperties>
</file>